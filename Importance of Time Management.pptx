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6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6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212" y="4725292"/>
            <a:ext cx="3457575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35605" y="2551807"/>
            <a:ext cx="6320790" cy="140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sz="4800" b="1" i="0" u="none">
                <a:solidFill>
                  <a:srgbClr val="1E3A8A"/>
                </a:solidFill>
                <a:latin typeface="Poppins"/>
              </a:rPr>
              <a:t>Importance of</a:t>
            </a:r>
            <a:r>
              <a:t>
</a:t>
            </a:r>
            <a:r>
              <a:rPr sz="4800" b="1" i="0" u="none">
                <a:solidFill>
                  <a:srgbClr val="1E3A8A"/>
                </a:solidFill>
                <a:latin typeface="Poppins"/>
              </a:rPr>
              <a:t> Time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66962" y="4144267"/>
            <a:ext cx="74580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475569"/>
                </a:solidFill>
                <a:latin typeface="Inter Medium"/>
              </a:rPr>
              <a:t>Mastering your time to achieve personal and professional excellence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100" y="1675507"/>
            <a:ext cx="685800" cy="685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962" y="4858642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343025"/>
            <a:ext cx="5334000" cy="5057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871662"/>
            <a:ext cx="5334000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457200"/>
            <a:ext cx="116586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What is Time Management?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766762"/>
            <a:ext cx="7620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3700" y="2952750"/>
            <a:ext cx="533400" cy="53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52637" y="3676650"/>
            <a:ext cx="22955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sz="1950" b="0" i="0" u="none">
                <a:solidFill>
                  <a:srgbClr val="0F172A"/>
                </a:solidFill>
                <a:latin typeface="Inter SemiBold"/>
              </a:rPr>
              <a:t>Effective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162425"/>
            <a:ext cx="47053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334155"/>
                </a:solidFill>
                <a:latin typeface="Inter"/>
              </a:rPr>
              <a:t>Using your time effectively and efficiently to accomplish your most important goals.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25" y="1881187"/>
            <a:ext cx="5314950" cy="3981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871662"/>
            <a:ext cx="5334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457200"/>
            <a:ext cx="116586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Why Time Management?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766762"/>
            <a:ext cx="7620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2347912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519362"/>
            <a:ext cx="44958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Inter SemiBold"/>
              </a:rPr>
              <a:t>Achieve Goals Faster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947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23479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2347912"/>
            <a:ext cx="47625" cy="609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7875" y="2347912"/>
            <a:ext cx="9525" cy="609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3400" y="3109912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3281362"/>
            <a:ext cx="44958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Inter SemiBold"/>
              </a:rPr>
              <a:t>Reduces Stress &amp; Anxiety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3709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31099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3109912"/>
            <a:ext cx="47625" cy="609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57875" y="3109912"/>
            <a:ext cx="9525" cy="609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33400" y="3871912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4043362"/>
            <a:ext cx="44958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Inter SemiBold"/>
              </a:rPr>
              <a:t>Improves Overall Productivity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4471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3400" y="38719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3400" y="3871912"/>
            <a:ext cx="47625" cy="609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57875" y="3871912"/>
            <a:ext cx="9525" cy="609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33400" y="4633912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43000" y="4805362"/>
            <a:ext cx="44958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Inter SemiBold"/>
              </a:rPr>
              <a:t>Builds Strong Self-Discipline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400" y="5233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33400" y="46339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33400" y="4633912"/>
            <a:ext cx="47625" cy="609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57875" y="4633912"/>
            <a:ext cx="9525" cy="609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881187"/>
            <a:ext cx="5314950" cy="1905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533400" y="2947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33400" y="3709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33400" y="4471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33400" y="5233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528887"/>
            <a:ext cx="228600" cy="2476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290887"/>
            <a:ext cx="228600" cy="2476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052887"/>
            <a:ext cx="228600" cy="2476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814887"/>
            <a:ext cx="2286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871662"/>
            <a:ext cx="5334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457200"/>
            <a:ext cx="116586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Problems Without Time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766762"/>
            <a:ext cx="7620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2347912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519362"/>
            <a:ext cx="44958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Inter SemiBold"/>
              </a:rPr>
              <a:t>Missed Deadlines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947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23479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2347912"/>
            <a:ext cx="47625" cy="6096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7875" y="2347912"/>
            <a:ext cx="9525" cy="609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3400" y="3109912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3281362"/>
            <a:ext cx="44958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Inter SemiBold"/>
              </a:rPr>
              <a:t>Last-Minute Stress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3709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31099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3109912"/>
            <a:ext cx="47625" cy="6096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57875" y="3109912"/>
            <a:ext cx="9525" cy="609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33400" y="3871912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4043362"/>
            <a:ext cx="44958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Inter SemiBold"/>
              </a:rPr>
              <a:t>Poor Quality of 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4471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3400" y="38719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3400" y="3871912"/>
            <a:ext cx="47625" cy="6096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57875" y="3871912"/>
            <a:ext cx="9525" cy="609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33400" y="4633912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43000" y="4805362"/>
            <a:ext cx="44958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Inter SemiBold"/>
              </a:rPr>
              <a:t>Less Free &amp; Personal 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400" y="5233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33400" y="46339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33400" y="4633912"/>
            <a:ext cx="47625" cy="6096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57875" y="4633912"/>
            <a:ext cx="9525" cy="609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881187"/>
            <a:ext cx="5314950" cy="3810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533400" y="2947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33400" y="3709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33400" y="4471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33400" y="5233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528887"/>
            <a:ext cx="228600" cy="2476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290887"/>
            <a:ext cx="228600" cy="2476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052887"/>
            <a:ext cx="228600" cy="2476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814887"/>
            <a:ext cx="2286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871662"/>
            <a:ext cx="5334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457200"/>
            <a:ext cx="116586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Effective Time Management Tips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766762"/>
            <a:ext cx="7620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2347912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4425" y="2519362"/>
            <a:ext cx="452437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Inter SemiBold"/>
              </a:rPr>
              <a:t>Make a Daily Schedule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947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23479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2347912"/>
            <a:ext cx="47625" cy="609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7875" y="2347912"/>
            <a:ext cx="9525" cy="609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3400" y="3109912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3281362"/>
            <a:ext cx="44958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Inter SemiBold"/>
              </a:rPr>
              <a:t>Use a To-Do 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3709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31099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3109912"/>
            <a:ext cx="47625" cy="609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57875" y="3109912"/>
            <a:ext cx="9525" cy="609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33400" y="3871912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1575" y="4043362"/>
            <a:ext cx="446722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Inter SemiBold"/>
              </a:rPr>
              <a:t>Prioritize Tasks (Eisenhower Matrix)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4471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3400" y="38719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3400" y="3871912"/>
            <a:ext cx="47625" cy="609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57875" y="3871912"/>
            <a:ext cx="9525" cy="609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33400" y="4633912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43000" y="4805362"/>
            <a:ext cx="44958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Inter SemiBold"/>
              </a:rPr>
              <a:t>Avoid Procrastination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400" y="5233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33400" y="46339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33400" y="4633912"/>
            <a:ext cx="47625" cy="609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57875" y="4633912"/>
            <a:ext cx="9525" cy="609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881187"/>
            <a:ext cx="5314950" cy="398145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533400" y="2947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33400" y="3709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33400" y="4471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33400" y="5233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528887"/>
            <a:ext cx="200025" cy="2476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290887"/>
            <a:ext cx="228600" cy="2476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4052887"/>
            <a:ext cx="257175" cy="2476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4814887"/>
            <a:ext cx="2286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871662"/>
            <a:ext cx="5334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457200"/>
            <a:ext cx="116586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Benefits for Students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766762"/>
            <a:ext cx="7620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2347912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00150" y="2519362"/>
            <a:ext cx="44386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Inter SemiBold"/>
              </a:rPr>
              <a:t>Better Exam Preparation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947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23479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2347912"/>
            <a:ext cx="47625" cy="609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7875" y="2347912"/>
            <a:ext cx="9525" cy="609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3400" y="3109912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00150" y="3281362"/>
            <a:ext cx="44386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Inter SemiBold"/>
              </a:rPr>
              <a:t>Balanced Study &amp; Fun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3709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31099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3109912"/>
            <a:ext cx="47625" cy="609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57875" y="3109912"/>
            <a:ext cx="9525" cy="609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33400" y="3871912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1575" y="4043362"/>
            <a:ext cx="446722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Inter SemiBold"/>
              </a:rPr>
              <a:t>Improved Academic Grades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4471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3400" y="38719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3400" y="3871912"/>
            <a:ext cx="47625" cy="609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57875" y="3871912"/>
            <a:ext cx="9525" cy="609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33400" y="4633912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00150" y="4805362"/>
            <a:ext cx="44386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Inter SemiBold"/>
              </a:rPr>
              <a:t>More Confidence &amp; Focus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400" y="5233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33400" y="46339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33400" y="4633912"/>
            <a:ext cx="47625" cy="609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57875" y="4633912"/>
            <a:ext cx="9525" cy="609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881187"/>
            <a:ext cx="5314950" cy="398145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533400" y="2947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33400" y="3709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33400" y="4471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33400" y="5233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528887"/>
            <a:ext cx="285750" cy="2476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290887"/>
            <a:ext cx="285750" cy="2476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4052887"/>
            <a:ext cx="257175" cy="2476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4814887"/>
            <a:ext cx="28575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871662"/>
            <a:ext cx="5334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457200"/>
            <a:ext cx="116586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Benefits in Professional Life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766762"/>
            <a:ext cx="7620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2347912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519362"/>
            <a:ext cx="44958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Inter SemiBold"/>
              </a:rPr>
              <a:t>Consistently Meet Deadlines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947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23479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2347912"/>
            <a:ext cx="47625" cy="609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7875" y="2347912"/>
            <a:ext cx="9525" cy="609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3400" y="3109912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3281362"/>
            <a:ext cx="44958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Inter SemiBold"/>
              </a:rPr>
              <a:t>Accelerated Career 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3709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31099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3109912"/>
            <a:ext cx="47625" cy="609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57875" y="3109912"/>
            <a:ext cx="9525" cy="609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33400" y="3871912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4043362"/>
            <a:ext cx="44958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Inter SemiBold"/>
              </a:rPr>
              <a:t>Better Work-Life Balance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4471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3400" y="38719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3400" y="3871912"/>
            <a:ext cx="47625" cy="609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57875" y="3871912"/>
            <a:ext cx="9525" cy="609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33400" y="4633912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85850" y="4805362"/>
            <a:ext cx="45529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Inter SemiBold"/>
              </a:rPr>
              <a:t>Earn Respect at Work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400" y="5233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33400" y="46339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33400" y="4633912"/>
            <a:ext cx="47625" cy="609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57875" y="4633912"/>
            <a:ext cx="9525" cy="609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881187"/>
            <a:ext cx="5314950" cy="398145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533400" y="2947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33400" y="3709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33400" y="4471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33400" y="5233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528887"/>
            <a:ext cx="228600" cy="2476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290887"/>
            <a:ext cx="228600" cy="2476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4052887"/>
            <a:ext cx="228600" cy="2476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4814887"/>
            <a:ext cx="17145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871662"/>
            <a:ext cx="5334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457200"/>
            <a:ext cx="116586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766762"/>
            <a:ext cx="7620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2728912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5850" y="2900362"/>
            <a:ext cx="45529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Inter SemiBold"/>
              </a:rPr>
              <a:t>Time is Precious – Use it Wisely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3328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27289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2728912"/>
            <a:ext cx="47625" cy="609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7875" y="2728912"/>
            <a:ext cx="9525" cy="609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3400" y="3490912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3950" y="3662362"/>
            <a:ext cx="45148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1" u="none">
                <a:solidFill>
                  <a:srgbClr val="1E293B"/>
                </a:solidFill>
                <a:latin typeface="Inter SemiBold"/>
              </a:rPr>
              <a:t> "Lost time is never found again."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4090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34909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3490912"/>
            <a:ext cx="47625" cy="6096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57875" y="3490912"/>
            <a:ext cx="9525" cy="609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33400" y="4252912"/>
            <a:ext cx="53340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1575" y="4424362"/>
            <a:ext cx="446722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Inter SemiBold"/>
              </a:rPr>
              <a:t>Good Time Management = Success in Life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4852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3400" y="42529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3400" y="4252912"/>
            <a:ext cx="47625" cy="609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57875" y="4252912"/>
            <a:ext cx="9525" cy="609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881187"/>
            <a:ext cx="5314950" cy="39814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33400" y="3328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33400" y="4090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33400" y="48529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909887"/>
            <a:ext cx="171450" cy="2476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671887"/>
            <a:ext cx="209550" cy="2476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4433887"/>
            <a:ext cx="25717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937" y="4110082"/>
            <a:ext cx="31623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0751" y="2914650"/>
            <a:ext cx="3970496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100" b="1" i="0" u="none">
                <a:solidFill>
                  <a:srgbClr val="1E3A8A"/>
                </a:solidFill>
                <a:latin typeface="Poppins"/>
              </a:rPr>
              <a:t>Thank You!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0" y="1838325"/>
            <a:ext cx="952500" cy="76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150</Words>
  <Application>Microsoft Office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Inter</vt:lpstr>
      <vt:lpstr>Inter Medium</vt:lpstr>
      <vt:lpstr>Inter SemiBold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Vrushi Patel</cp:lastModifiedBy>
  <cp:revision>2</cp:revision>
  <dcterms:created xsi:type="dcterms:W3CDTF">2013-01-27T09:14:16Z</dcterms:created>
  <dcterms:modified xsi:type="dcterms:W3CDTF">2026-08-09T07:20:13Z</dcterms:modified>
  <cp:category/>
</cp:coreProperties>
</file>